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1D9B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Student Management System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Mini Project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C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12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286000" y="4251960"/>
            <a:ext cx="4572000" cy="640080"/>
          </a:xfrm>
          <a:prstGeom prst="rect">
            <a:avLst/>
          </a:prstGeom>
          <a:solidFill>
            <a:srgbClr val="30364F"/>
          </a:solidFill>
          <a:ln w="25400">
            <a:solidFill>
              <a:srgbClr val="E1D9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4251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 Sarthak  •  Mansi  •  Swanandi  •  Rudra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036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E1D9B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file-based student record management system built in C++. This application allows educational institutions to efficiently manage student data including enrollment details, academic performance, and grade calculations with an intuitive menu-driven interface.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1943100" cy="1234440"/>
          </a:xfrm>
          <a:prstGeom prst="rect">
            <a:avLst/>
          </a:prstGeom>
          <a:solidFill>
            <a:srgbClr val="30364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0" y="31089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639312"/>
            <a:ext cx="19431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3931920"/>
            <a:ext cx="17602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C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Programming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28900" y="2971800"/>
            <a:ext cx="1943100" cy="1234440"/>
          </a:xfrm>
          <a:prstGeom prst="rect">
            <a:avLst/>
          </a:prstGeom>
          <a:solidFill>
            <a:srgbClr val="E1D9B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3108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28900" y="3639312"/>
            <a:ext cx="19431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I/O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720340" y="3931920"/>
            <a:ext cx="17602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Text-based Storage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00600" y="2971800"/>
            <a:ext cx="1943100" cy="1234440"/>
          </a:xfrm>
          <a:prstGeom prst="rect">
            <a:avLst/>
          </a:prstGeom>
          <a:solidFill>
            <a:srgbClr val="3036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31089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3639312"/>
            <a:ext cx="19431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892040" y="3931920"/>
            <a:ext cx="17602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C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Operations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72300" y="2971800"/>
            <a:ext cx="1943100" cy="1234440"/>
          </a:xfrm>
          <a:prstGeom prst="rect">
            <a:avLst/>
          </a:prstGeom>
          <a:solidFill>
            <a:srgbClr val="E1D9B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0" y="31089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72300" y="3639312"/>
            <a:ext cx="19431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Menu-Driven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063740" y="3931920"/>
            <a:ext cx="17602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User-Friendly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036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Features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E1D9B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0759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527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Student Records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8720" y="156362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roll number, name, marks and auto-calculate grades (A+ to F based on marks)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1109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Students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188720" y="22219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complete list of all enrolled students with their academic details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505456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2432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5694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Functionality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188720" y="28803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search by roll number to retrieve complete student information instantly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82696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322783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Records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188720" y="35387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existing student data including name and marks with automatic grade recalculation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57200" y="3822192"/>
            <a:ext cx="8229600" cy="65836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41064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3886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Records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1188720" y="41970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student records permanently from the system with confirmation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036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E1D9B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371600"/>
            <a:ext cx="3200400" cy="201168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Class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D9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Attributes: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int roll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string name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int marks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string grade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E1D9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Methods: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inputData()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showData()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731520" cy="365760"/>
          </a:xfrm>
          <a:prstGeom prst="rightArrow">
            <a:avLst/>
          </a:prstGeom>
          <a:solidFill>
            <a:srgbClr val="E1D9BC"/>
          </a:solidFill>
          <a:ln/>
        </p:spPr>
      </p:sp>
      <p:sp>
        <p:nvSpPr>
          <p:cNvPr id="8" name="Shape 6"/>
          <p:cNvSpPr/>
          <p:nvPr/>
        </p:nvSpPr>
        <p:spPr>
          <a:xfrm>
            <a:off x="5212080" y="1371600"/>
            <a:ext cx="347472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Functions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0" y="196596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addStudent()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displayAllStudents()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searchStudent()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updateStudent()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deleteStudent()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showMenu()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3657600"/>
            <a:ext cx="4572000" cy="914400"/>
          </a:xfrm>
          <a:prstGeom prst="rect">
            <a:avLst/>
          </a:prstGeom>
          <a:solidFill>
            <a:srgbClr val="E1D9B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79476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383280" y="3794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Storage: students.txt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383280" y="4096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roll | name | marks | grade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036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Grading System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E1D9BC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554480"/>
          <a:ext cx="6400800" cy="292608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2926080"/>
              </a:tblGrid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Marks Range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6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6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364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90 - 100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036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A+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Outstanding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80 - 89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036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Excellent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70 - 79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036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60 - 69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036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50 - 59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036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B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Average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50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737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CBA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3036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681728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4617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 are automatically calculated based on marks entered during student registration or updates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0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036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Implementation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E1D9B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3474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(Standard Library)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Object-Oriented Programming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Structure: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Class-based Student object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315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I/O (fstream)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Format: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text (.txt)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3977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Console-based menu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280160"/>
            <a:ext cx="4023360" cy="347472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Programming Concepts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 (Student class)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31343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31343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handling (ifstream, ofstream)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66090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26609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manipulation (getline)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3008376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0083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logic (grading system)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35584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3355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management (update/delete)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7033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20640" y="370332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control structures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4050792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20640" y="405079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439826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20640" y="439826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Menu-driven interface design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036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Workflow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E1D9B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3036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88720" y="1280160"/>
            <a:ext cx="7498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3258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Start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527048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message and main menu display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10512"/>
            <a:ext cx="91440" cy="137160"/>
          </a:xfrm>
          <a:prstGeom prst="downArrow">
            <a:avLst/>
          </a:prstGeom>
          <a:solidFill>
            <a:srgbClr val="ACBAC4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856232"/>
            <a:ext cx="457200" cy="457200"/>
          </a:xfrm>
          <a:prstGeom prst="ellipse">
            <a:avLst/>
          </a:prstGeom>
          <a:solidFill>
            <a:srgbClr val="30364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56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88720" y="1856232"/>
            <a:ext cx="7498080" cy="457200"/>
          </a:xfrm>
          <a:prstGeom prst="rect">
            <a:avLst/>
          </a:prstGeom>
          <a:solidFill>
            <a:srgbClr val="E1D9BC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19019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Selection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103120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operation (1-6) from menu options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386584"/>
            <a:ext cx="91440" cy="137160"/>
          </a:xfrm>
          <a:prstGeom prst="downArrow">
            <a:avLst/>
          </a:prstGeom>
          <a:solidFill>
            <a:srgbClr val="ACBAC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432304"/>
            <a:ext cx="457200" cy="457200"/>
          </a:xfrm>
          <a:prstGeom prst="ellipse">
            <a:avLst/>
          </a:prstGeom>
          <a:solidFill>
            <a:srgbClr val="30364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432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88720" y="2432304"/>
            <a:ext cx="7498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478024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Function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2679192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Add/View/Search/Update/Delete operation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2962656"/>
            <a:ext cx="91440" cy="137160"/>
          </a:xfrm>
          <a:prstGeom prst="downArrow">
            <a:avLst/>
          </a:prstGeom>
          <a:solidFill>
            <a:srgbClr val="ACBAC4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008376"/>
            <a:ext cx="457200" cy="457200"/>
          </a:xfrm>
          <a:prstGeom prst="ellipse">
            <a:avLst/>
          </a:prstGeom>
          <a:solidFill>
            <a:srgbClr val="30364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188720" y="3008376"/>
            <a:ext cx="7498080" cy="457200"/>
          </a:xfrm>
          <a:prstGeom prst="rect">
            <a:avLst/>
          </a:prstGeom>
          <a:solidFill>
            <a:srgbClr val="E1D9BC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05409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Operations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3255264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from or write to students.txt file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" y="3538728"/>
            <a:ext cx="91440" cy="137160"/>
          </a:xfrm>
          <a:prstGeom prst="downArrow">
            <a:avLst/>
          </a:prstGeom>
          <a:solidFill>
            <a:srgbClr val="ACBAC4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584448"/>
            <a:ext cx="457200" cy="457200"/>
          </a:xfrm>
          <a:prstGeom prst="ellipse">
            <a:avLst/>
          </a:prstGeom>
          <a:solidFill>
            <a:srgbClr val="30364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188720" y="3584448"/>
            <a:ext cx="74980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371600" y="36301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Result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71600" y="3831336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confirmation or data to user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" y="4114800"/>
            <a:ext cx="91440" cy="137160"/>
          </a:xfrm>
          <a:prstGeom prst="downArrow">
            <a:avLst/>
          </a:prstGeom>
          <a:solidFill>
            <a:srgbClr val="ACBAC4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30364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1188720" y="4160520"/>
            <a:ext cx="7498080" cy="457200"/>
          </a:xfrm>
          <a:prstGeom prst="rect">
            <a:avLst/>
          </a:prstGeom>
          <a:solidFill>
            <a:srgbClr val="E1D9BC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0" y="42062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Menu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371600" y="4407408"/>
            <a:ext cx="7132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back unless user chooses to exit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036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Solutions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E1D9B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82296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data persistence and concurrent updates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013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80136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full file rewrite strategy - load all records to memory, modify, then overwrite entire 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331720"/>
            <a:ext cx="73152" cy="82296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23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242316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buffer issues with mixed cin and getline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27614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0" y="276148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cin.ignore() after cin to clear newline characters before getline() operations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291840"/>
            <a:ext cx="73152" cy="82296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832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828800" y="338328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roll number prevention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37216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0" y="372160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version allows duplicates; suggested enhancement: add validation check before adding new students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251960"/>
            <a:ext cx="73152" cy="82296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3434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28800" y="4343400"/>
            <a:ext cx="6675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scalability with array-based storage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46817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828800" y="468172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array size of 100 students; future enhancement could use dynamic vectors for unlimited records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0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3036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54864"/>
          </a:xfrm>
          <a:prstGeom prst="rect">
            <a:avLst/>
          </a:prstGeom>
          <a:solidFill>
            <a:srgbClr val="E1D9B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743200" cy="100584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508760"/>
            <a:ext cx="320040" cy="320040"/>
          </a:xfrm>
          <a:prstGeom prst="ellipse">
            <a:avLst/>
          </a:prstGeom>
          <a:solidFill>
            <a:srgbClr val="E1D9B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C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 from text files to SQLite or MySQL for better performance and data integrity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743200" cy="100584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0" y="1508760"/>
            <a:ext cx="320040" cy="320040"/>
          </a:xfrm>
          <a:prstGeom prst="ellipse">
            <a:avLst/>
          </a:prstGeom>
          <a:solidFill>
            <a:srgbClr val="E1D9BC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86200" y="1508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 Interface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18928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C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graphical user interface using Qt or wxWidgets for improved usability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743200" cy="100584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1508760"/>
            <a:ext cx="320040" cy="320040"/>
          </a:xfrm>
          <a:prstGeom prst="ellipse">
            <a:avLst/>
          </a:prstGeom>
          <a:solidFill>
            <a:srgbClr val="E1D9BC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508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66560" y="1508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Search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18928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C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name, grade range, or multiple criteria with filtering options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2743200" cy="100584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2651760"/>
            <a:ext cx="320040" cy="320040"/>
          </a:xfrm>
          <a:prstGeom prst="ellipse">
            <a:avLst/>
          </a:prstGeom>
          <a:solidFill>
            <a:srgbClr val="E1D9BC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2651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94360" y="30358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C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reports, statistics, and grade distribution visualizations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37560" y="2514600"/>
            <a:ext cx="2743200" cy="100584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0" y="2651760"/>
            <a:ext cx="320040" cy="320040"/>
          </a:xfrm>
          <a:prstGeom prst="ellipse">
            <a:avLst/>
          </a:prstGeom>
          <a:solidFill>
            <a:srgbClr val="E1D9BC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86200" y="2651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Features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74720" y="30358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C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user authentication, role-based access, and data encryption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514600"/>
            <a:ext cx="2743200" cy="1005840"/>
          </a:xfrm>
          <a:prstGeom prst="rect">
            <a:avLst/>
          </a:prstGeom>
          <a:solidFill>
            <a:srgbClr val="30364F"/>
          </a:solidFill>
          <a:ln/>
        </p:spPr>
      </p:sp>
      <p:sp>
        <p:nvSpPr>
          <p:cNvPr id="30" name="Shape 28"/>
          <p:cNvSpPr/>
          <p:nvPr/>
        </p:nvSpPr>
        <p:spPr>
          <a:xfrm>
            <a:off x="6355080" y="2651760"/>
            <a:ext cx="320040" cy="320040"/>
          </a:xfrm>
          <a:prstGeom prst="ellipse">
            <a:avLst/>
          </a:prstGeom>
          <a:solidFill>
            <a:srgbClr val="E1D9BC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265176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Functionality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55080" y="303580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CB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data to CSV, Excel, or PDF formats for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03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1D9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371600" y="1600200"/>
            <a:ext cx="6400800" cy="1508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783080"/>
            <a:ext cx="5943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Student Management System demonstrates practical application of </a:t>
            </a:r>
            <a:pPr algn="ctr" indent="0" marL="0">
              <a:buNone/>
            </a:pPr>
            <a:r>
              <a:rPr lang="en-US" sz="15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programming fundamentals</a:t>
            </a:r>
            <a:pPr algn="ctr" indent="0" marL="0">
              <a:buNone/>
            </a:pPr>
            <a:r>
              <a:rPr lang="en-US" sz="15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including OOP principles, file handling, and control structures. The project successfully implements a complete </a:t>
            </a:r>
            <a:pPr algn="ctr" indent="0" marL="0">
              <a:buNone/>
            </a:pPr>
            <a:r>
              <a:rPr lang="en-US" sz="1500" b="1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system</a:t>
            </a:r>
            <a:pPr algn="ctr" indent="0" marL="0">
              <a:buNone/>
            </a:pPr>
            <a:r>
              <a:rPr lang="en-US" sz="1500" dirty="0">
                <a:solidFill>
                  <a:srgbClr val="303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an intuitive interface, making it a valuable learning experience in software development and data management.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Complete CRUD operations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71800" y="3383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grading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3383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Persistent file-based storage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86600" y="338328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User-friendly menu interface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1D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 - Mini Project</dc:title>
  <dc:subject>PptxGenJS Presentation</dc:subject>
  <dc:creator>Group 12 - Student Management System Team</dc:creator>
  <cp:lastModifiedBy>Group 12 - Student Management System Team</cp:lastModifiedBy>
  <cp:revision>1</cp:revision>
  <dcterms:created xsi:type="dcterms:W3CDTF">2026-02-03T17:33:02Z</dcterms:created>
  <dcterms:modified xsi:type="dcterms:W3CDTF">2026-02-03T17:33:02Z</dcterms:modified>
</cp:coreProperties>
</file>